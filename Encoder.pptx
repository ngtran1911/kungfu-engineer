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3" r:id="rId3"/>
    <p:sldId id="274" r:id="rId4"/>
    <p:sldId id="275" r:id="rId5"/>
    <p:sldId id="272" r:id="rId6"/>
    <p:sldId id="270" r:id="rId7"/>
    <p:sldId id="265" r:id="rId8"/>
    <p:sldId id="267" r:id="rId9"/>
    <p:sldId id="262" r:id="rId10"/>
    <p:sldId id="266" r:id="rId11"/>
    <p:sldId id="269" r:id="rId12"/>
    <p:sldId id="268" r:id="rId13"/>
    <p:sldId id="276" r:id="rId14"/>
    <p:sldId id="278" r:id="rId15"/>
    <p:sldId id="281" r:id="rId16"/>
    <p:sldId id="293" r:id="rId17"/>
    <p:sldId id="286" r:id="rId18"/>
    <p:sldId id="285" r:id="rId19"/>
    <p:sldId id="291" r:id="rId20"/>
    <p:sldId id="292" r:id="rId21"/>
    <p:sldId id="271" r:id="rId22"/>
    <p:sldId id="280" r:id="rId23"/>
    <p:sldId id="282" r:id="rId24"/>
    <p:sldId id="283" r:id="rId25"/>
    <p:sldId id="287" r:id="rId26"/>
    <p:sldId id="284" r:id="rId27"/>
    <p:sldId id="290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C3A"/>
    <a:srgbClr val="00C0F4"/>
    <a:srgbClr val="4B3E18"/>
    <a:srgbClr val="F4511E"/>
    <a:srgbClr val="0096A7"/>
    <a:srgbClr val="351F0F"/>
    <a:srgbClr val="FD0000"/>
    <a:srgbClr val="5F4122"/>
    <a:srgbClr val="9B6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64401-FEA1-4F04-A27B-FF2F35E3D3F4}" type="datetimeFigureOut">
              <a:rPr lang="fi-FI" smtClean="0"/>
              <a:t>23.9.2024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0CBB0-BC9C-433C-8C87-0ED4CD1A1F7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7783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932" y="1108295"/>
            <a:ext cx="7343338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57932" y="3587970"/>
            <a:ext cx="734333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191C3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1D84-91C5-49CD-BE91-54B7D0333AEA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1F35-9CB5-4C27-992B-8D369BBB7234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91C3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236F8-77DE-41F4-BC22-EC85A249BCE4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6D3D-6C53-4354-B54B-1B42AD37D3F6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8F3B-7943-4A61-AA04-E56F609146BC}" type="datetime1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0EF0D-041B-4148-B154-E063DC8AEA84}" type="datetime1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4B49B-C694-4583-9E57-3F636B87F302}" type="datetime1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7D684-EEB0-46B4-B513-DAE8CC58F417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BB64-0BF3-4BC9-BFE0-9227E7194C8E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Embedded </a:t>
            </a:r>
            <a:r>
              <a:rPr lang="en-US" dirty="0" err="1"/>
              <a:t>projetcs</a:t>
            </a:r>
            <a:r>
              <a:rPr lang="en-US" dirty="0"/>
              <a:t>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9611"/>
            <a:ext cx="10515600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028" y="6503926"/>
            <a:ext cx="1847127" cy="354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fld id="{CA65C78C-A46A-4C7B-BC05-CFAD71A66799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3004" y="6492875"/>
            <a:ext cx="6285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9906" y="6356350"/>
            <a:ext cx="2043894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ln w="19050">
            <a:solidFill>
              <a:schemeClr val="tx1"/>
            </a:solidFill>
          </a:ln>
          <a:solidFill>
            <a:srgbClr val="00C0F4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Embedded </a:t>
            </a:r>
            <a:br>
              <a:rPr lang="en-US" dirty="0"/>
            </a:br>
            <a:r>
              <a:rPr lang="en-US" dirty="0"/>
              <a:t>projects 1.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2024</a:t>
            </a:r>
          </a:p>
          <a:p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E093C-80A0-463D-94E6-2BEFCD2E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5181B-7D84-4F53-ACD5-F3630EDF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B4099-7F4A-4950-BC9B-980DC36E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345" y="1961356"/>
            <a:ext cx="3905250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D3A75-AFFC-407E-A88F-F3C30AA84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5046"/>
            <a:ext cx="3470440" cy="502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62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2230C-9FC9-4FF8-821E-698D5B3AB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05" y="1827213"/>
            <a:ext cx="3456929" cy="4128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65343A-8928-4FAD-A916-A0BBDD3F2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18" y="2263269"/>
            <a:ext cx="48291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3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15373-EAC5-4E7A-9904-C38E67CB5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514" y="1903413"/>
            <a:ext cx="47625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A9F4C-3DD1-4E02-9F81-606DB7D0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29" y="1574365"/>
            <a:ext cx="4590617" cy="4397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32673-CA80-435D-A5C8-3857FB38B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86" y="1991231"/>
            <a:ext cx="5917714" cy="28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8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8DFCA-2228-4B11-B92D-AB9A693B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7539"/>
            <a:ext cx="73342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9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B61C0E-58FD-46A9-ACC7-C4B36DEA8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833" y="1431037"/>
            <a:ext cx="4770517" cy="49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4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1175" y="371435"/>
            <a:ext cx="6314954" cy="1325563"/>
          </a:xfrm>
        </p:spPr>
        <p:txBody>
          <a:bodyPr/>
          <a:lstStyle/>
          <a:p>
            <a:r>
              <a:rPr lang="fi-FI" dirty="0"/>
              <a:t>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A158F-4C0A-48E3-ADD4-502642B2E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58" y="365125"/>
            <a:ext cx="4647717" cy="542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AC82F9-9CEB-421B-9041-FE7A7A125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129" y="1696998"/>
            <a:ext cx="5715000" cy="3086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7ACF54-D0AA-49EB-8302-6512518E50E4}"/>
              </a:ext>
            </a:extLst>
          </p:cNvPr>
          <p:cNvSpPr/>
          <p:nvPr/>
        </p:nvSpPr>
        <p:spPr>
          <a:xfrm>
            <a:off x="2431906" y="5868364"/>
            <a:ext cx="5658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dirty="0"/>
              <a:t>http://www.creative-robotics.com/quadrature-intro</a:t>
            </a:r>
          </a:p>
        </p:txBody>
      </p:sp>
    </p:spTree>
    <p:extLst>
      <p:ext uri="{BB962C8B-B14F-4D97-AF65-F5344CB8AC3E}">
        <p14:creationId xmlns:p14="http://schemas.microsoft.com/office/powerpoint/2010/main" val="281732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8C966-672F-4B93-A9C6-24F23D4E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7635"/>
            <a:ext cx="7230483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69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Absolute</a:t>
            </a:r>
            <a:r>
              <a:rPr lang="fi-FI" dirty="0"/>
              <a:t> 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20F11-A59E-44CA-BEE1-A507130CB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74" y="1690688"/>
            <a:ext cx="5994601" cy="432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52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36757" cy="1325563"/>
          </a:xfrm>
        </p:spPr>
        <p:txBody>
          <a:bodyPr/>
          <a:lstStyle/>
          <a:p>
            <a:r>
              <a:rPr lang="fi-FI" dirty="0" err="1"/>
              <a:t>Absolute</a:t>
            </a:r>
            <a:r>
              <a:rPr lang="fi-FI" dirty="0"/>
              <a:t> Encoder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4EA55-82D1-47AA-8F83-64B7A98E0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52" y="1491383"/>
            <a:ext cx="3961435" cy="4266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AE3DCD-68FD-4604-8991-4FE2A56C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983" y="516399"/>
            <a:ext cx="4019550" cy="4019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B1E85-6675-4011-AD05-5F3D0041E316}"/>
              </a:ext>
            </a:extLst>
          </p:cNvPr>
          <p:cNvSpPr txBox="1"/>
          <p:nvPr/>
        </p:nvSpPr>
        <p:spPr>
          <a:xfrm>
            <a:off x="9051403" y="4487808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8-bit gray </a:t>
            </a:r>
            <a:r>
              <a:rPr lang="fi-FI" dirty="0" err="1"/>
              <a:t>code</a:t>
            </a:r>
            <a:endParaRPr lang="fi-FI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4C220-9316-4D2A-AD31-BB5708BE880F}"/>
              </a:ext>
            </a:extLst>
          </p:cNvPr>
          <p:cNvSpPr txBox="1"/>
          <p:nvPr/>
        </p:nvSpPr>
        <p:spPr>
          <a:xfrm>
            <a:off x="2066172" y="5524737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4-bit gray </a:t>
            </a:r>
            <a:r>
              <a:rPr lang="fi-FI" dirty="0" err="1"/>
              <a:t>code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1412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97"/>
            <a:ext cx="10515600" cy="1325563"/>
          </a:xfrm>
        </p:spPr>
        <p:txBody>
          <a:bodyPr/>
          <a:lstStyle/>
          <a:p>
            <a:r>
              <a:rPr lang="fi-FI" dirty="0"/>
              <a:t>Encoder - lego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14DF66-D3E5-4A55-8FEA-1582D5E73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64" y="1455160"/>
            <a:ext cx="6752498" cy="475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89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97"/>
            <a:ext cx="10515600" cy="1325563"/>
          </a:xfrm>
        </p:spPr>
        <p:txBody>
          <a:bodyPr/>
          <a:lstStyle/>
          <a:p>
            <a:r>
              <a:rPr lang="fi-FI" dirty="0"/>
              <a:t>Encoder - lego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14DF66-D3E5-4A55-8FEA-1582D5E73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276" y="575674"/>
            <a:ext cx="2499153" cy="175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A9A2F2-44F7-46B3-9E08-66AC0118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1" y="1591685"/>
            <a:ext cx="3283422" cy="2261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ED2CA-319E-4410-A3A7-CF5C59712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487" y="1315976"/>
            <a:ext cx="4688085" cy="443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30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97"/>
            <a:ext cx="10515600" cy="1325563"/>
          </a:xfrm>
        </p:spPr>
        <p:txBody>
          <a:bodyPr/>
          <a:lstStyle/>
          <a:p>
            <a:r>
              <a:rPr lang="fi-FI" dirty="0"/>
              <a:t>Encoder - lego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ED2CA-319E-4410-A3A7-CF5C5971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2122"/>
            <a:ext cx="4688085" cy="4436599"/>
          </a:xfrm>
          <a:prstGeom prst="rect">
            <a:avLst/>
          </a:prstGeom>
        </p:spPr>
      </p:pic>
      <p:pic>
        <p:nvPicPr>
          <p:cNvPr id="8" name="Picture 7" descr="Screen Clipping">
            <a:extLst>
              <a:ext uri="{FF2B5EF4-FFF2-40B4-BE49-F238E27FC236}">
                <a16:creationId xmlns:a16="http://schemas.microsoft.com/office/drawing/2014/main" id="{A5DEF540-A54A-4807-8F54-93268EBE3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207" y="2062322"/>
            <a:ext cx="4340699" cy="242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59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4"/>
            <a:ext cx="10515600" cy="3408233"/>
          </a:xfrm>
        </p:spPr>
        <p:txBody>
          <a:bodyPr>
            <a:normAutofit/>
          </a:bodyPr>
          <a:lstStyle/>
          <a:p>
            <a:r>
              <a:rPr lang="en-US" dirty="0"/>
              <a:t>Encoder signal B will trigger IRS (rising edge)</a:t>
            </a:r>
          </a:p>
          <a:p>
            <a:endParaRPr lang="en-US" dirty="0"/>
          </a:p>
          <a:p>
            <a:r>
              <a:rPr lang="en-US" dirty="0"/>
              <a:t>Connect signal right motor encoder: </a:t>
            </a:r>
            <a:br>
              <a:rPr lang="en-US" dirty="0"/>
            </a:br>
            <a:r>
              <a:rPr lang="en-US" dirty="0"/>
              <a:t>	ENC B (right motor) to Externa interrupt is Pin D2 = INT4</a:t>
            </a:r>
            <a:br>
              <a:rPr lang="en-US" dirty="0"/>
            </a:br>
            <a:r>
              <a:rPr lang="en-US" dirty="0"/>
              <a:t>	</a:t>
            </a:r>
            <a:r>
              <a:rPr lang="en-US" sz="2400" dirty="0"/>
              <a:t>(for pulse counting)</a:t>
            </a:r>
            <a:br>
              <a:rPr lang="en-US" dirty="0"/>
            </a:br>
            <a:r>
              <a:rPr lang="en-US" dirty="0"/>
              <a:t>	ENC A (right motor) signal to pin D23 – </a:t>
            </a:r>
            <a:r>
              <a:rPr lang="en-US" sz="2400" dirty="0"/>
              <a:t>for direction sensing</a:t>
            </a:r>
          </a:p>
          <a:p>
            <a:r>
              <a:rPr lang="en-US" dirty="0"/>
              <a:t>Connect also GND and +5 to </a:t>
            </a:r>
            <a:r>
              <a:rPr lang="en-US" dirty="0" err="1"/>
              <a:t>lego</a:t>
            </a:r>
            <a:r>
              <a:rPr lang="en-US" dirty="0"/>
              <a:t> encoder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69F3C-E352-4FAE-97CD-F6E75F30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909" y="49213"/>
            <a:ext cx="3923980" cy="1744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828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4"/>
            <a:ext cx="10515600" cy="3408233"/>
          </a:xfrm>
        </p:spPr>
        <p:txBody>
          <a:bodyPr>
            <a:normAutofit/>
          </a:bodyPr>
          <a:lstStyle/>
          <a:p>
            <a:r>
              <a:rPr lang="en-US" dirty="0"/>
              <a:t>Connect signal -left motor encoder: </a:t>
            </a:r>
            <a:br>
              <a:rPr lang="en-US" dirty="0"/>
            </a:br>
            <a:r>
              <a:rPr lang="en-US" dirty="0"/>
              <a:t>	ENC B (left motor) to Externa interrupt pin is Pin D3 = INT5</a:t>
            </a:r>
            <a:br>
              <a:rPr lang="en-US" dirty="0"/>
            </a:br>
            <a:r>
              <a:rPr lang="en-US" dirty="0"/>
              <a:t>	</a:t>
            </a:r>
            <a:r>
              <a:rPr lang="en-US" sz="2400" dirty="0"/>
              <a:t>(for pulse counting)</a:t>
            </a:r>
            <a:br>
              <a:rPr lang="en-US" sz="2400" dirty="0"/>
            </a:br>
            <a:br>
              <a:rPr lang="en-US" dirty="0"/>
            </a:br>
            <a:r>
              <a:rPr lang="en-US" dirty="0"/>
              <a:t>	ENC A (left motor) signal to pin D24 – </a:t>
            </a:r>
            <a:r>
              <a:rPr lang="en-US" sz="2400" dirty="0"/>
              <a:t>for direction sensing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69F3C-E352-4FAE-97CD-F6E75F30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909" y="49213"/>
            <a:ext cx="3923980" cy="1744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85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3061812"/>
          </a:xfrm>
        </p:spPr>
        <p:txBody>
          <a:bodyPr>
            <a:normAutofit/>
          </a:bodyPr>
          <a:lstStyle/>
          <a:p>
            <a:r>
              <a:rPr lang="en-US" dirty="0"/>
              <a:t>Pick your button pressing counting code </a:t>
            </a:r>
            <a:br>
              <a:rPr lang="en-US" dirty="0"/>
            </a:br>
            <a:r>
              <a:rPr lang="en-US" dirty="0"/>
              <a:t>(Exercise   int.1.3 )</a:t>
            </a:r>
          </a:p>
          <a:p>
            <a:r>
              <a:rPr lang="en-US" dirty="0"/>
              <a:t>Modify code to activate ISR from pin 2 = INT4 </a:t>
            </a:r>
            <a:br>
              <a:rPr lang="en-US" dirty="0"/>
            </a:br>
            <a:r>
              <a:rPr lang="en-US" dirty="0"/>
              <a:t>(= Encoder pulses)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69F3C-E352-4FAE-97CD-F6E75F30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909" y="49213"/>
            <a:ext cx="3923980" cy="1744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150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7940657" y="251778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  <p:pic>
        <p:nvPicPr>
          <p:cNvPr id="6" name="Picture 5" descr="A close up of a device&#10;&#10;Description automatically generated">
            <a:extLst>
              <a:ext uri="{FF2B5EF4-FFF2-40B4-BE49-F238E27FC236}">
                <a16:creationId xmlns:a16="http://schemas.microsoft.com/office/drawing/2014/main" id="{1CB2B207-BA3A-4A9D-94C8-30F68C475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75382" y="100901"/>
            <a:ext cx="4943104" cy="6858000"/>
          </a:xfrm>
          <a:prstGeom prst="rect">
            <a:avLst/>
          </a:prstGeom>
        </p:spPr>
      </p:pic>
      <p:pic>
        <p:nvPicPr>
          <p:cNvPr id="9" name="Picture 8" descr="A circuit board&#10;&#10;Description automatically generated">
            <a:extLst>
              <a:ext uri="{FF2B5EF4-FFF2-40B4-BE49-F238E27FC236}">
                <a16:creationId xmlns:a16="http://schemas.microsoft.com/office/drawing/2014/main" id="{EC910280-3848-468C-B071-C7A945CC03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345" y="1917915"/>
            <a:ext cx="4020280" cy="302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4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7940657" y="251778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  <p:pic>
        <p:nvPicPr>
          <p:cNvPr id="7" name="Picture 6" descr="A picture containing green, small, sitting, holding&#10;&#10;Description automatically generated">
            <a:extLst>
              <a:ext uri="{FF2B5EF4-FFF2-40B4-BE49-F238E27FC236}">
                <a16:creationId xmlns:a16="http://schemas.microsoft.com/office/drawing/2014/main" id="{07F35933-B665-471C-BAA0-4E88053DB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65074" y="599680"/>
            <a:ext cx="3153215" cy="5658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86B8DD-9E03-4EDB-B799-0BE15539205C}"/>
              </a:ext>
            </a:extLst>
          </p:cNvPr>
          <p:cNvSpPr txBox="1"/>
          <p:nvPr/>
        </p:nvSpPr>
        <p:spPr>
          <a:xfrm>
            <a:off x="6360795" y="3904574"/>
            <a:ext cx="9754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/>
              <a:t>+5V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A5A11-7F1B-4C1A-A1D5-C0E3C3AFD01D}"/>
              </a:ext>
            </a:extLst>
          </p:cNvPr>
          <p:cNvSpPr txBox="1"/>
          <p:nvPr/>
        </p:nvSpPr>
        <p:spPr>
          <a:xfrm>
            <a:off x="6281967" y="2448976"/>
            <a:ext cx="14003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/>
              <a:t>0V = GND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3EF4A-CA48-4746-8248-01622C63B0C3}"/>
              </a:ext>
            </a:extLst>
          </p:cNvPr>
          <p:cNvSpPr txBox="1"/>
          <p:nvPr/>
        </p:nvSpPr>
        <p:spPr>
          <a:xfrm>
            <a:off x="6281967" y="2754903"/>
            <a:ext cx="23550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ENC A R-motor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7F0F-8CBE-4131-BA1E-6E5CDE480242}"/>
              </a:ext>
            </a:extLst>
          </p:cNvPr>
          <p:cNvSpPr txBox="1"/>
          <p:nvPr/>
        </p:nvSpPr>
        <p:spPr>
          <a:xfrm>
            <a:off x="6360795" y="3026899"/>
            <a:ext cx="23550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ENC B R-motor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E2CDF-CA9A-42E2-AC15-8B6573970BDD}"/>
              </a:ext>
            </a:extLst>
          </p:cNvPr>
          <p:cNvSpPr txBox="1"/>
          <p:nvPr/>
        </p:nvSpPr>
        <p:spPr>
          <a:xfrm>
            <a:off x="6360795" y="3334676"/>
            <a:ext cx="23550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ENC A L-motor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34D94D-AB26-4ECE-8061-244919AA3EBA}"/>
              </a:ext>
            </a:extLst>
          </p:cNvPr>
          <p:cNvSpPr txBox="1"/>
          <p:nvPr/>
        </p:nvSpPr>
        <p:spPr>
          <a:xfrm>
            <a:off x="6360795" y="3589323"/>
            <a:ext cx="23550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ENC B L-motor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E5716-CEE9-48BC-BFEB-02CCE6B8595D}"/>
              </a:ext>
            </a:extLst>
          </p:cNvPr>
          <p:cNvSpPr txBox="1"/>
          <p:nvPr/>
        </p:nvSpPr>
        <p:spPr>
          <a:xfrm>
            <a:off x="3297350" y="1211043"/>
            <a:ext cx="32736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Bread board connector pinout</a:t>
            </a:r>
          </a:p>
        </p:txBody>
      </p:sp>
    </p:spTree>
    <p:extLst>
      <p:ext uri="{BB962C8B-B14F-4D97-AF65-F5344CB8AC3E}">
        <p14:creationId xmlns:p14="http://schemas.microsoft.com/office/powerpoint/2010/main" val="3913858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7940657" y="251778"/>
            <a:ext cx="32736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Exercise   enc.1.0</a:t>
            </a:r>
            <a:endParaRPr lang="en-GB" sz="2800" dirty="0">
              <a:solidFill>
                <a:srgbClr val="4B3E1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A5A11-7F1B-4C1A-A1D5-C0E3C3AFD01D}"/>
              </a:ext>
            </a:extLst>
          </p:cNvPr>
          <p:cNvSpPr txBox="1"/>
          <p:nvPr/>
        </p:nvSpPr>
        <p:spPr>
          <a:xfrm>
            <a:off x="5331263" y="1402507"/>
            <a:ext cx="241026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i-FI" sz="1600" b="1" dirty="0"/>
              <a:t>Level </a:t>
            </a:r>
            <a:r>
              <a:rPr lang="fi-FI" sz="1600" b="1" dirty="0" err="1"/>
              <a:t>shifter</a:t>
            </a:r>
            <a:r>
              <a:rPr lang="fi-FI" sz="1600" b="1" dirty="0"/>
              <a:t> </a:t>
            </a:r>
            <a:br>
              <a:rPr lang="fi-FI" sz="1600" b="1" dirty="0"/>
            </a:br>
            <a:r>
              <a:rPr lang="fi-FI" sz="1600" b="1" dirty="0"/>
              <a:t>for INT </a:t>
            </a:r>
            <a:r>
              <a:rPr lang="fi-FI" sz="1600" b="1" dirty="0" err="1"/>
              <a:t>signal</a:t>
            </a:r>
            <a:endParaRPr lang="fi-FI" sz="1600" b="1" dirty="0"/>
          </a:p>
        </p:txBody>
      </p:sp>
      <p:pic>
        <p:nvPicPr>
          <p:cNvPr id="6" name="Picture 5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CE4CC1AB-FB63-4A3A-99EB-C79177547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15" y="2036014"/>
            <a:ext cx="6171990" cy="43830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C07F0F-8CBE-4131-BA1E-6E5CDE480242}"/>
              </a:ext>
            </a:extLst>
          </p:cNvPr>
          <p:cNvSpPr txBox="1"/>
          <p:nvPr/>
        </p:nvSpPr>
        <p:spPr>
          <a:xfrm rot="16200000">
            <a:off x="6428630" y="1760171"/>
            <a:ext cx="167872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i-FI" sz="1400" b="1" dirty="0"/>
              <a:t>INT4 / </a:t>
            </a:r>
            <a:r>
              <a:rPr lang="fi-FI" sz="1400" b="1" dirty="0" err="1"/>
              <a:t>pin</a:t>
            </a:r>
            <a:r>
              <a:rPr lang="fi-FI" sz="1400" b="1" dirty="0"/>
              <a:t> D2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82685-EC05-45DB-9B1A-93EF30BD06B4}"/>
              </a:ext>
            </a:extLst>
          </p:cNvPr>
          <p:cNvSpPr txBox="1"/>
          <p:nvPr/>
        </p:nvSpPr>
        <p:spPr>
          <a:xfrm rot="16200000">
            <a:off x="4103883" y="1870022"/>
            <a:ext cx="167872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i-FI" sz="1400" b="1" dirty="0"/>
              <a:t>INT5 / </a:t>
            </a:r>
            <a:r>
              <a:rPr lang="fi-FI" sz="1400" b="1" dirty="0" err="1"/>
              <a:t>pin</a:t>
            </a:r>
            <a:r>
              <a:rPr lang="fi-FI" sz="1400" b="1" dirty="0"/>
              <a:t> D3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81F453-1FB3-46CF-990F-F23DA0A7C70F}"/>
              </a:ext>
            </a:extLst>
          </p:cNvPr>
          <p:cNvSpPr txBox="1"/>
          <p:nvPr/>
        </p:nvSpPr>
        <p:spPr>
          <a:xfrm rot="16200000">
            <a:off x="2824288" y="1821823"/>
            <a:ext cx="21266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i-FI" sz="1400" b="1" dirty="0"/>
              <a:t>PA1 / </a:t>
            </a:r>
            <a:r>
              <a:rPr lang="fi-FI" sz="1400" b="1" dirty="0" err="1"/>
              <a:t>pin</a:t>
            </a:r>
            <a:r>
              <a:rPr lang="fi-FI" sz="1400" b="1" dirty="0"/>
              <a:t> D23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B85C97-DF11-4069-A670-E08CFA22A407}"/>
              </a:ext>
            </a:extLst>
          </p:cNvPr>
          <p:cNvSpPr txBox="1"/>
          <p:nvPr/>
        </p:nvSpPr>
        <p:spPr>
          <a:xfrm rot="16200000">
            <a:off x="3153240" y="1821822"/>
            <a:ext cx="21266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i-FI" sz="1400" b="1" dirty="0"/>
              <a:t>PA2 / </a:t>
            </a:r>
            <a:r>
              <a:rPr lang="fi-FI" sz="1400" b="1" dirty="0" err="1"/>
              <a:t>pin</a:t>
            </a:r>
            <a:r>
              <a:rPr lang="fi-FI" sz="1400" b="1" dirty="0"/>
              <a:t> D24</a:t>
            </a:r>
          </a:p>
        </p:txBody>
      </p:sp>
    </p:spTree>
    <p:extLst>
      <p:ext uri="{BB962C8B-B14F-4D97-AF65-F5344CB8AC3E}">
        <p14:creationId xmlns:p14="http://schemas.microsoft.com/office/powerpoint/2010/main" val="4167203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209813"/>
            <a:ext cx="7142018" cy="1325563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9" y="1537939"/>
            <a:ext cx="10515600" cy="793500"/>
          </a:xfrm>
        </p:spPr>
        <p:txBody>
          <a:bodyPr/>
          <a:lstStyle/>
          <a:p>
            <a:r>
              <a:rPr lang="en-US" dirty="0"/>
              <a:t>Using external interrupt with encoder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8F4C9-81A0-4812-9CC3-D5282E93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3" y="2115863"/>
            <a:ext cx="5385290" cy="280035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1522E0-C0EA-4886-8EFA-E6B228761719}"/>
              </a:ext>
            </a:extLst>
          </p:cNvPr>
          <p:cNvCxnSpPr/>
          <p:nvPr/>
        </p:nvCxnSpPr>
        <p:spPr>
          <a:xfrm flipV="1">
            <a:off x="2978727" y="4682836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25CD0C-1634-4F1D-80EE-FE5AC77CC46E}"/>
              </a:ext>
            </a:extLst>
          </p:cNvPr>
          <p:cNvCxnSpPr/>
          <p:nvPr/>
        </p:nvCxnSpPr>
        <p:spPr>
          <a:xfrm flipV="1">
            <a:off x="4225636" y="4682835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28155B-3E62-4CB9-9CD9-2F5EAF3C9E8A}"/>
              </a:ext>
            </a:extLst>
          </p:cNvPr>
          <p:cNvCxnSpPr/>
          <p:nvPr/>
        </p:nvCxnSpPr>
        <p:spPr>
          <a:xfrm flipV="1">
            <a:off x="5361709" y="4682835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024C5-E8B8-43FE-9F07-4806B3447694}"/>
              </a:ext>
            </a:extLst>
          </p:cNvPr>
          <p:cNvCxnSpPr/>
          <p:nvPr/>
        </p:nvCxnSpPr>
        <p:spPr>
          <a:xfrm flipV="1">
            <a:off x="6525491" y="4682835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5C20A3B-9774-43C2-B3AA-285CE8B9A21C}"/>
              </a:ext>
            </a:extLst>
          </p:cNvPr>
          <p:cNvSpPr txBox="1">
            <a:spLocks/>
          </p:cNvSpPr>
          <p:nvPr/>
        </p:nvSpPr>
        <p:spPr>
          <a:xfrm>
            <a:off x="4055918" y="5438706"/>
            <a:ext cx="2376055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ISR call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47CE98-1EB5-40D8-AF9A-B825CB861295}"/>
              </a:ext>
            </a:extLst>
          </p:cNvPr>
          <p:cNvSpPr/>
          <p:nvPr/>
        </p:nvSpPr>
        <p:spPr>
          <a:xfrm>
            <a:off x="4055918" y="2331439"/>
            <a:ext cx="2469573" cy="425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58F7609-669E-4D33-8C7B-5C7B65E73704}"/>
              </a:ext>
            </a:extLst>
          </p:cNvPr>
          <p:cNvSpPr txBox="1">
            <a:spLocks/>
          </p:cNvSpPr>
          <p:nvPr/>
        </p:nvSpPr>
        <p:spPr>
          <a:xfrm>
            <a:off x="2635302" y="2999826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“1”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A120ED1-B840-4A3E-97A3-50BE25D0C65D}"/>
              </a:ext>
            </a:extLst>
          </p:cNvPr>
          <p:cNvSpPr txBox="1">
            <a:spLocks/>
          </p:cNvSpPr>
          <p:nvPr/>
        </p:nvSpPr>
        <p:spPr>
          <a:xfrm>
            <a:off x="3783759" y="2969707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“1”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E2AF217-6B2A-4E1A-805F-1C78E1D9A4EE}"/>
              </a:ext>
            </a:extLst>
          </p:cNvPr>
          <p:cNvSpPr txBox="1">
            <a:spLocks/>
          </p:cNvSpPr>
          <p:nvPr/>
        </p:nvSpPr>
        <p:spPr>
          <a:xfrm>
            <a:off x="4932216" y="2983562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“1”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0A54315-ED89-4FC1-9794-D84685D60CD5}"/>
              </a:ext>
            </a:extLst>
          </p:cNvPr>
          <p:cNvSpPr txBox="1">
            <a:spLocks/>
          </p:cNvSpPr>
          <p:nvPr/>
        </p:nvSpPr>
        <p:spPr>
          <a:xfrm>
            <a:off x="6108383" y="2964485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“1”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458EC62-0C9A-4870-B4E3-27C64F310CC5}"/>
              </a:ext>
            </a:extLst>
          </p:cNvPr>
          <p:cNvSpPr txBox="1">
            <a:spLocks/>
          </p:cNvSpPr>
          <p:nvPr/>
        </p:nvSpPr>
        <p:spPr>
          <a:xfrm>
            <a:off x="7794913" y="2668726"/>
            <a:ext cx="2871356" cy="11077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ENC A signal =“1” </a:t>
            </a:r>
            <a:br>
              <a:rPr lang="en-US" dirty="0"/>
            </a:br>
            <a:r>
              <a:rPr lang="en-US" dirty="0"/>
              <a:t>= Pin 23</a:t>
            </a:r>
          </a:p>
        </p:txBody>
      </p:sp>
    </p:spTree>
    <p:extLst>
      <p:ext uri="{BB962C8B-B14F-4D97-AF65-F5344CB8AC3E}">
        <p14:creationId xmlns:p14="http://schemas.microsoft.com/office/powerpoint/2010/main" val="1394095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209813"/>
            <a:ext cx="7142018" cy="1325563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69" y="1524334"/>
            <a:ext cx="10515600" cy="793500"/>
          </a:xfrm>
        </p:spPr>
        <p:txBody>
          <a:bodyPr/>
          <a:lstStyle/>
          <a:p>
            <a:r>
              <a:rPr lang="en-US" dirty="0"/>
              <a:t>Using external interrupt with encoder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8F4C9-81A0-4812-9CC3-D5282E93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38" y="2163182"/>
            <a:ext cx="5385290" cy="280035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1522E0-C0EA-4886-8EFA-E6B228761719}"/>
              </a:ext>
            </a:extLst>
          </p:cNvPr>
          <p:cNvCxnSpPr/>
          <p:nvPr/>
        </p:nvCxnSpPr>
        <p:spPr>
          <a:xfrm flipV="1">
            <a:off x="3532909" y="4682835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25CD0C-1634-4F1D-80EE-FE5AC77CC46E}"/>
              </a:ext>
            </a:extLst>
          </p:cNvPr>
          <p:cNvCxnSpPr/>
          <p:nvPr/>
        </p:nvCxnSpPr>
        <p:spPr>
          <a:xfrm flipV="1">
            <a:off x="4781883" y="4681751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28155B-3E62-4CB9-9CD9-2F5EAF3C9E8A}"/>
              </a:ext>
            </a:extLst>
          </p:cNvPr>
          <p:cNvCxnSpPr/>
          <p:nvPr/>
        </p:nvCxnSpPr>
        <p:spPr>
          <a:xfrm flipV="1">
            <a:off x="5945530" y="4681751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024C5-E8B8-43FE-9F07-4806B3447694}"/>
              </a:ext>
            </a:extLst>
          </p:cNvPr>
          <p:cNvCxnSpPr/>
          <p:nvPr/>
        </p:nvCxnSpPr>
        <p:spPr>
          <a:xfrm flipV="1">
            <a:off x="7121237" y="4682835"/>
            <a:ext cx="0" cy="690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5C20A3B-9774-43C2-B3AA-285CE8B9A21C}"/>
              </a:ext>
            </a:extLst>
          </p:cNvPr>
          <p:cNvSpPr txBox="1">
            <a:spLocks/>
          </p:cNvSpPr>
          <p:nvPr/>
        </p:nvSpPr>
        <p:spPr>
          <a:xfrm>
            <a:off x="4055918" y="5438706"/>
            <a:ext cx="2376055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ISR call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47CE98-1EB5-40D8-AF9A-B825CB861295}"/>
              </a:ext>
            </a:extLst>
          </p:cNvPr>
          <p:cNvSpPr/>
          <p:nvPr/>
        </p:nvSpPr>
        <p:spPr>
          <a:xfrm>
            <a:off x="1400515" y="2389310"/>
            <a:ext cx="2469573" cy="425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58F7609-669E-4D33-8C7B-5C7B65E73704}"/>
              </a:ext>
            </a:extLst>
          </p:cNvPr>
          <p:cNvSpPr txBox="1">
            <a:spLocks/>
          </p:cNvSpPr>
          <p:nvPr/>
        </p:nvSpPr>
        <p:spPr>
          <a:xfrm>
            <a:off x="3255078" y="3064718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“0”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A120ED1-B840-4A3E-97A3-50BE25D0C65D}"/>
              </a:ext>
            </a:extLst>
          </p:cNvPr>
          <p:cNvSpPr txBox="1">
            <a:spLocks/>
          </p:cNvSpPr>
          <p:nvPr/>
        </p:nvSpPr>
        <p:spPr>
          <a:xfrm>
            <a:off x="4434556" y="3124471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“0”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E2AF217-6B2A-4E1A-805F-1C78E1D9A4EE}"/>
              </a:ext>
            </a:extLst>
          </p:cNvPr>
          <p:cNvSpPr txBox="1">
            <a:spLocks/>
          </p:cNvSpPr>
          <p:nvPr/>
        </p:nvSpPr>
        <p:spPr>
          <a:xfrm>
            <a:off x="5627037" y="3078838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“0”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0A54315-ED89-4FC1-9794-D84685D60CD5}"/>
              </a:ext>
            </a:extLst>
          </p:cNvPr>
          <p:cNvSpPr txBox="1">
            <a:spLocks/>
          </p:cNvSpPr>
          <p:nvPr/>
        </p:nvSpPr>
        <p:spPr>
          <a:xfrm>
            <a:off x="6832378" y="3106684"/>
            <a:ext cx="883753" cy="51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“0”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01C1A0F-0E82-4867-81D7-A6A7EB0D00B0}"/>
              </a:ext>
            </a:extLst>
          </p:cNvPr>
          <p:cNvSpPr txBox="1">
            <a:spLocks/>
          </p:cNvSpPr>
          <p:nvPr/>
        </p:nvSpPr>
        <p:spPr>
          <a:xfrm>
            <a:off x="7874228" y="3047145"/>
            <a:ext cx="2871356" cy="1053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ENC A signal =“0”</a:t>
            </a:r>
            <a:br>
              <a:rPr lang="en-US" dirty="0"/>
            </a:br>
            <a:r>
              <a:rPr lang="en-US" dirty="0"/>
              <a:t>= Pin 23</a:t>
            </a:r>
          </a:p>
        </p:txBody>
      </p:sp>
    </p:spTree>
    <p:extLst>
      <p:ext uri="{BB962C8B-B14F-4D97-AF65-F5344CB8AC3E}">
        <p14:creationId xmlns:p14="http://schemas.microsoft.com/office/powerpoint/2010/main" val="780579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Create program that show on LCD display count of ENC B pulses</a:t>
            </a:r>
          </a:p>
          <a:p>
            <a:r>
              <a:rPr lang="en-US" dirty="0"/>
              <a:t>How many pulses one round contain ?</a:t>
            </a:r>
          </a:p>
          <a:p>
            <a:r>
              <a:rPr lang="en-US" dirty="0"/>
              <a:t>What is wheel distance in one round ?</a:t>
            </a:r>
          </a:p>
          <a:p>
            <a:r>
              <a:rPr lang="en-US" dirty="0"/>
              <a:t>How many pulses driving 1m gives ?</a:t>
            </a:r>
          </a:p>
          <a:p>
            <a:r>
              <a:rPr lang="en-US" dirty="0"/>
              <a:t>How many pulses 1 cm </a:t>
            </a:r>
            <a:r>
              <a:rPr lang="en-US"/>
              <a:t>driving gives 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983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/>
          </a:bodyPr>
          <a:lstStyle/>
          <a:p>
            <a:r>
              <a:rPr lang="en-US" dirty="0"/>
              <a:t>Create program that show on display signed rotation of wheel from starting point</a:t>
            </a:r>
          </a:p>
          <a:p>
            <a:pPr lvl="1"/>
            <a:r>
              <a:rPr lang="en-US" dirty="0"/>
              <a:t>Rotating wheel forward increase the value and returning will decrease value.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72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/>
          </a:bodyPr>
          <a:lstStyle/>
          <a:p>
            <a:r>
              <a:rPr lang="en-US" dirty="0"/>
              <a:t>Create program that show on display signed rotation in </a:t>
            </a:r>
            <a:r>
              <a:rPr lang="en-US" dirty="0" err="1"/>
              <a:t>cm:s</a:t>
            </a:r>
            <a:r>
              <a:rPr lang="en-US" dirty="0"/>
              <a:t> for both wheels.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62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/>
          </a:bodyPr>
          <a:lstStyle/>
          <a:p>
            <a:r>
              <a:rPr lang="en-US" dirty="0"/>
              <a:t>Create program that drives you vehicle 10 cm forward. Distance is measured by encoder.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19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/>
          </a:bodyPr>
          <a:lstStyle/>
          <a:p>
            <a:r>
              <a:rPr lang="en-US" dirty="0"/>
              <a:t>Create program that drives you vehicle 10 cm forward. Distance is measured by encoder.</a:t>
            </a:r>
          </a:p>
          <a:p>
            <a:r>
              <a:rPr lang="en-US" dirty="0"/>
              <a:t>Show both wheel driven length separately on LCD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80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1856467"/>
          </a:xfrm>
        </p:spPr>
        <p:txBody>
          <a:bodyPr>
            <a:normAutofit/>
          </a:bodyPr>
          <a:lstStyle/>
          <a:p>
            <a:r>
              <a:rPr lang="en-US" dirty="0"/>
              <a:t>Create program that drives you vehicle:</a:t>
            </a:r>
            <a:br>
              <a:rPr lang="en-US" dirty="0"/>
            </a:br>
            <a:r>
              <a:rPr lang="en-US" dirty="0"/>
              <a:t>- 30 cm forward,</a:t>
            </a:r>
            <a:br>
              <a:rPr lang="en-US" dirty="0"/>
            </a:br>
            <a:r>
              <a:rPr lang="en-US" dirty="0"/>
              <a:t>- turns 180 degree</a:t>
            </a:r>
            <a:br>
              <a:rPr lang="en-US" dirty="0"/>
            </a:br>
            <a:r>
              <a:rPr lang="en-US" dirty="0"/>
              <a:t>- returns back to original place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99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2412-6774-4C72-8A19-DC0F921D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0"/>
            <a:ext cx="7142018" cy="912405"/>
          </a:xfrm>
        </p:spPr>
        <p:txBody>
          <a:bodyPr/>
          <a:lstStyle/>
          <a:p>
            <a:r>
              <a:rPr lang="en-US" dirty="0"/>
              <a:t>Measuring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089-7BC2-4BB8-B378-E5CB96E4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915"/>
            <a:ext cx="10515600" cy="34127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program that drives you vehicle: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- 3 cm forward or return, each time when turning joystick full  to front or back ( next 3cm drive possible only after joystick returned back to middle)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by giving left or right pulse by joystick, car turns 22.5° left or right( next turn possible only after joystick returned back to middle)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24F3-788C-4173-AE49-4E5E91C0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3E01-9E96-4155-AAD9-70BC9E8F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72025-544C-4B34-AB2C-C747C9A092A2}"/>
              </a:ext>
            </a:extLst>
          </p:cNvPr>
          <p:cNvSpPr/>
          <p:nvPr/>
        </p:nvSpPr>
        <p:spPr>
          <a:xfrm>
            <a:off x="317639" y="1309480"/>
            <a:ext cx="284404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B3E18"/>
                </a:solidFill>
              </a:rPr>
              <a:t>Extra exercises</a:t>
            </a:r>
            <a:endParaRPr lang="en-GB" sz="2800" dirty="0">
              <a:solidFill>
                <a:srgbClr val="4B3E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41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-Bowl-PowePoint-Template" id="{4B85BAAD-0C6C-F540-B978-6556A450101F}" vid="{19AB0D37-A829-6C40-A18C-06351D5B49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Next-Gen-PowePoint-Template</Template>
  <TotalTime>0</TotalTime>
  <Words>923</Words>
  <Application>Microsoft Office PowerPoint</Application>
  <PresentationFormat>Widescreen</PresentationFormat>
  <Paragraphs>153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Trebuchet MS</vt:lpstr>
      <vt:lpstr>Wingdings</vt:lpstr>
      <vt:lpstr>Office Theme</vt:lpstr>
      <vt:lpstr>Embedded  projects 1.</vt:lpstr>
      <vt:lpstr>Measuring rotation</vt:lpstr>
      <vt:lpstr>Measuring rotation</vt:lpstr>
      <vt:lpstr>Measuring rotation</vt:lpstr>
      <vt:lpstr>Measuring rotation</vt:lpstr>
      <vt:lpstr>Encoder</vt:lpstr>
      <vt:lpstr>Encoder</vt:lpstr>
      <vt:lpstr>Encoder</vt:lpstr>
      <vt:lpstr>Encoder</vt:lpstr>
      <vt:lpstr>Absolute Encoder</vt:lpstr>
      <vt:lpstr>Absolute Encoder</vt:lpstr>
      <vt:lpstr>Encoder - lego</vt:lpstr>
      <vt:lpstr>Encoder - lego</vt:lpstr>
      <vt:lpstr>Encoder - lego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  <vt:lpstr>Measuring rotation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Kari Naakka (TAMK)</dc:creator>
  <cp:lastModifiedBy>Esa Kunnari (TAMK)</cp:lastModifiedBy>
  <cp:revision>43</cp:revision>
  <dcterms:created xsi:type="dcterms:W3CDTF">2019-08-15T06:02:24Z</dcterms:created>
  <dcterms:modified xsi:type="dcterms:W3CDTF">2024-09-23T10:52:43Z</dcterms:modified>
</cp:coreProperties>
</file>